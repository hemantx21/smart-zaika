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5095A1-442E-4D18-A6C1-2A9C730113B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6D7C55-A8E7-4DFB-BEAC-534E5DFF6FBC}">
      <dgm:prSet/>
      <dgm:spPr/>
      <dgm:t>
        <a:bodyPr/>
        <a:lstStyle/>
        <a:p>
          <a:r>
            <a:rPr lang="en-US" b="1" i="0"/>
            <a:t>Phase 1:</a:t>
          </a:r>
          <a:r>
            <a:rPr lang="en-US" b="0" i="0"/>
            <a:t> Requirement analysis &amp; system design</a:t>
          </a:r>
          <a:br>
            <a:rPr lang="en-US" b="0" i="0"/>
          </a:br>
          <a:endParaRPr lang="en-US"/>
        </a:p>
      </dgm:t>
    </dgm:pt>
    <dgm:pt modelId="{2A831C1C-B32B-47BA-B375-FB4885CE35AB}" type="parTrans" cxnId="{E1FB6555-DBA8-4836-BE23-6D9463E84F6C}">
      <dgm:prSet/>
      <dgm:spPr/>
      <dgm:t>
        <a:bodyPr/>
        <a:lstStyle/>
        <a:p>
          <a:endParaRPr lang="en-US"/>
        </a:p>
      </dgm:t>
    </dgm:pt>
    <dgm:pt modelId="{BF221CBF-D04A-41A3-9DF9-4A344334984A}" type="sibTrans" cxnId="{E1FB6555-DBA8-4836-BE23-6D9463E84F6C}">
      <dgm:prSet/>
      <dgm:spPr/>
      <dgm:t>
        <a:bodyPr/>
        <a:lstStyle/>
        <a:p>
          <a:endParaRPr lang="en-US"/>
        </a:p>
      </dgm:t>
    </dgm:pt>
    <dgm:pt modelId="{8D66E8B3-C9A0-4CCC-9A7B-33EC8BCF084C}">
      <dgm:prSet/>
      <dgm:spPr/>
      <dgm:t>
        <a:bodyPr/>
        <a:lstStyle/>
        <a:p>
          <a:r>
            <a:rPr lang="en-US" b="1" i="0"/>
            <a:t>Phase 2:</a:t>
          </a:r>
          <a:r>
            <a:rPr lang="en-US" b="0" i="0"/>
            <a:t> Front-end development with HTML5, CSS3, JavaScript, Bootstrap</a:t>
          </a:r>
          <a:br>
            <a:rPr lang="en-US" b="0" i="0"/>
          </a:br>
          <a:endParaRPr lang="en-US"/>
        </a:p>
      </dgm:t>
    </dgm:pt>
    <dgm:pt modelId="{EB26843B-EC7C-4BB0-9571-BD36227BC163}" type="parTrans" cxnId="{56513ED7-0EDC-4CE8-8652-1B1BBCDC1C14}">
      <dgm:prSet/>
      <dgm:spPr/>
      <dgm:t>
        <a:bodyPr/>
        <a:lstStyle/>
        <a:p>
          <a:endParaRPr lang="en-US"/>
        </a:p>
      </dgm:t>
    </dgm:pt>
    <dgm:pt modelId="{98CFDADF-57E8-4BDB-99EF-3B4F5FA2CCD1}" type="sibTrans" cxnId="{56513ED7-0EDC-4CE8-8652-1B1BBCDC1C14}">
      <dgm:prSet/>
      <dgm:spPr/>
      <dgm:t>
        <a:bodyPr/>
        <a:lstStyle/>
        <a:p>
          <a:endParaRPr lang="en-US"/>
        </a:p>
      </dgm:t>
    </dgm:pt>
    <dgm:pt modelId="{C2AF979C-0CD4-4AED-901E-A0C2EAFD43FE}">
      <dgm:prSet/>
      <dgm:spPr/>
      <dgm:t>
        <a:bodyPr/>
        <a:lstStyle/>
        <a:p>
          <a:r>
            <a:rPr lang="en-US" b="1" i="0"/>
            <a:t>Phase 3:</a:t>
          </a:r>
          <a:r>
            <a:rPr lang="en-US" b="0" i="0"/>
            <a:t> Backend development using MongoDB, RESTful APIs, authentication</a:t>
          </a:r>
          <a:br>
            <a:rPr lang="en-US" b="0" i="0"/>
          </a:br>
          <a:endParaRPr lang="en-US"/>
        </a:p>
      </dgm:t>
    </dgm:pt>
    <dgm:pt modelId="{9927C8AA-7FB1-403F-AF34-EF78D1DA65BA}" type="parTrans" cxnId="{B67E0961-57F9-4A08-9750-D3423405E827}">
      <dgm:prSet/>
      <dgm:spPr/>
      <dgm:t>
        <a:bodyPr/>
        <a:lstStyle/>
        <a:p>
          <a:endParaRPr lang="en-US"/>
        </a:p>
      </dgm:t>
    </dgm:pt>
    <dgm:pt modelId="{EA65F67A-4317-44E9-B674-A82213FEC3FF}" type="sibTrans" cxnId="{B67E0961-57F9-4A08-9750-D3423405E827}">
      <dgm:prSet/>
      <dgm:spPr/>
      <dgm:t>
        <a:bodyPr/>
        <a:lstStyle/>
        <a:p>
          <a:endParaRPr lang="en-US"/>
        </a:p>
      </dgm:t>
    </dgm:pt>
    <dgm:pt modelId="{7B1CD8E0-F714-40D4-9C25-538AC705E0AF}">
      <dgm:prSet/>
      <dgm:spPr/>
      <dgm:t>
        <a:bodyPr/>
        <a:lstStyle/>
        <a:p>
          <a:r>
            <a:rPr lang="en-US" b="1" i="0"/>
            <a:t>Phase 4:</a:t>
          </a:r>
          <a:r>
            <a:rPr lang="en-US" b="0" i="0"/>
            <a:t> AI chatbot integration with NLP and recommendation algorithms</a:t>
          </a:r>
          <a:br>
            <a:rPr lang="en-US" b="0" i="0"/>
          </a:br>
          <a:endParaRPr lang="en-US"/>
        </a:p>
      </dgm:t>
    </dgm:pt>
    <dgm:pt modelId="{FFDF3966-025F-46FD-8AC9-281EF7E595E4}" type="parTrans" cxnId="{0B20E38C-CB42-4941-838C-6F2EFE2875F1}">
      <dgm:prSet/>
      <dgm:spPr/>
      <dgm:t>
        <a:bodyPr/>
        <a:lstStyle/>
        <a:p>
          <a:endParaRPr lang="en-US"/>
        </a:p>
      </dgm:t>
    </dgm:pt>
    <dgm:pt modelId="{85ECEF02-BC36-4D03-84F9-BCA553DF7FA6}" type="sibTrans" cxnId="{0B20E38C-CB42-4941-838C-6F2EFE2875F1}">
      <dgm:prSet/>
      <dgm:spPr/>
      <dgm:t>
        <a:bodyPr/>
        <a:lstStyle/>
        <a:p>
          <a:endParaRPr lang="en-US"/>
        </a:p>
      </dgm:t>
    </dgm:pt>
    <dgm:pt modelId="{B85E82D8-C4AB-4D7B-9D74-C9E30A45747A}">
      <dgm:prSet/>
      <dgm:spPr/>
      <dgm:t>
        <a:bodyPr/>
        <a:lstStyle/>
        <a:p>
          <a:r>
            <a:rPr lang="en-US" b="1" i="0"/>
            <a:t>Phase 5:</a:t>
          </a:r>
          <a:r>
            <a:rPr lang="en-US" b="0" i="0"/>
            <a:t> Testing, deployment, and maintenance</a:t>
          </a:r>
          <a:endParaRPr lang="en-US"/>
        </a:p>
      </dgm:t>
    </dgm:pt>
    <dgm:pt modelId="{469F127B-C967-4891-AA0A-D1B853EF6C98}" type="parTrans" cxnId="{6221C8A4-6046-46D6-AC6C-0B7315C47590}">
      <dgm:prSet/>
      <dgm:spPr/>
      <dgm:t>
        <a:bodyPr/>
        <a:lstStyle/>
        <a:p>
          <a:endParaRPr lang="en-US"/>
        </a:p>
      </dgm:t>
    </dgm:pt>
    <dgm:pt modelId="{BD3E9DCF-5E97-4D0D-95D8-42EADA4D201E}" type="sibTrans" cxnId="{6221C8A4-6046-46D6-AC6C-0B7315C47590}">
      <dgm:prSet/>
      <dgm:spPr/>
      <dgm:t>
        <a:bodyPr/>
        <a:lstStyle/>
        <a:p>
          <a:endParaRPr lang="en-US"/>
        </a:p>
      </dgm:t>
    </dgm:pt>
    <dgm:pt modelId="{20AC4E3F-2F49-41EA-A5B8-4AD013BD30B4}" type="pres">
      <dgm:prSet presAssocID="{B75095A1-442E-4D18-A6C1-2A9C730113B5}" presName="linearFlow" presStyleCnt="0">
        <dgm:presLayoutVars>
          <dgm:dir/>
          <dgm:resizeHandles val="exact"/>
        </dgm:presLayoutVars>
      </dgm:prSet>
      <dgm:spPr/>
    </dgm:pt>
    <dgm:pt modelId="{DA0709C3-2202-482A-B8EC-3B76824D7C7F}" type="pres">
      <dgm:prSet presAssocID="{596D7C55-A8E7-4DFB-BEAC-534E5DFF6FBC}" presName="composite" presStyleCnt="0"/>
      <dgm:spPr/>
    </dgm:pt>
    <dgm:pt modelId="{C2916C86-4EE9-4293-A612-5BEF57F6D19A}" type="pres">
      <dgm:prSet presAssocID="{596D7C55-A8E7-4DFB-BEAC-534E5DFF6FBC}" presName="imgShp" presStyleLbl="fgImgPlace1" presStyleIdx="0" presStyleCnt="5"/>
      <dgm:spPr/>
    </dgm:pt>
    <dgm:pt modelId="{BEC8ACB1-7587-4D79-B756-A907E5AD7AC5}" type="pres">
      <dgm:prSet presAssocID="{596D7C55-A8E7-4DFB-BEAC-534E5DFF6FBC}" presName="txShp" presStyleLbl="node1" presStyleIdx="0" presStyleCnt="5">
        <dgm:presLayoutVars>
          <dgm:bulletEnabled val="1"/>
        </dgm:presLayoutVars>
      </dgm:prSet>
      <dgm:spPr/>
    </dgm:pt>
    <dgm:pt modelId="{BF3B6E92-A109-4E1D-8102-2C3500F4501A}" type="pres">
      <dgm:prSet presAssocID="{BF221CBF-D04A-41A3-9DF9-4A344334984A}" presName="spacing" presStyleCnt="0"/>
      <dgm:spPr/>
    </dgm:pt>
    <dgm:pt modelId="{A262DADF-F306-41FD-AC84-43B5E068807F}" type="pres">
      <dgm:prSet presAssocID="{8D66E8B3-C9A0-4CCC-9A7B-33EC8BCF084C}" presName="composite" presStyleCnt="0"/>
      <dgm:spPr/>
    </dgm:pt>
    <dgm:pt modelId="{8D3723DA-AB1E-4758-B88C-0F2EB5370C3F}" type="pres">
      <dgm:prSet presAssocID="{8D66E8B3-C9A0-4CCC-9A7B-33EC8BCF084C}" presName="imgShp" presStyleLbl="fgImgPlace1" presStyleIdx="1" presStyleCnt="5"/>
      <dgm:spPr/>
    </dgm:pt>
    <dgm:pt modelId="{606C73B3-7044-46DA-AB59-B911F90A9042}" type="pres">
      <dgm:prSet presAssocID="{8D66E8B3-C9A0-4CCC-9A7B-33EC8BCF084C}" presName="txShp" presStyleLbl="node1" presStyleIdx="1" presStyleCnt="5">
        <dgm:presLayoutVars>
          <dgm:bulletEnabled val="1"/>
        </dgm:presLayoutVars>
      </dgm:prSet>
      <dgm:spPr/>
    </dgm:pt>
    <dgm:pt modelId="{4EBE2FEF-F34C-4835-868E-F524E42D6A78}" type="pres">
      <dgm:prSet presAssocID="{98CFDADF-57E8-4BDB-99EF-3B4F5FA2CCD1}" presName="spacing" presStyleCnt="0"/>
      <dgm:spPr/>
    </dgm:pt>
    <dgm:pt modelId="{98CA1840-84E9-45BF-9A23-E411A4D969F1}" type="pres">
      <dgm:prSet presAssocID="{C2AF979C-0CD4-4AED-901E-A0C2EAFD43FE}" presName="composite" presStyleCnt="0"/>
      <dgm:spPr/>
    </dgm:pt>
    <dgm:pt modelId="{07539615-64E5-4818-BF63-96C604A58A96}" type="pres">
      <dgm:prSet presAssocID="{C2AF979C-0CD4-4AED-901E-A0C2EAFD43FE}" presName="imgShp" presStyleLbl="fgImgPlace1" presStyleIdx="2" presStyleCnt="5"/>
      <dgm:spPr/>
    </dgm:pt>
    <dgm:pt modelId="{3B298BD1-3E5F-41D2-96C9-3CA2FCB69790}" type="pres">
      <dgm:prSet presAssocID="{C2AF979C-0CD4-4AED-901E-A0C2EAFD43FE}" presName="txShp" presStyleLbl="node1" presStyleIdx="2" presStyleCnt="5">
        <dgm:presLayoutVars>
          <dgm:bulletEnabled val="1"/>
        </dgm:presLayoutVars>
      </dgm:prSet>
      <dgm:spPr/>
    </dgm:pt>
    <dgm:pt modelId="{8D64CD77-0E39-408D-A9A5-5D2AB55A78F3}" type="pres">
      <dgm:prSet presAssocID="{EA65F67A-4317-44E9-B674-A82213FEC3FF}" presName="spacing" presStyleCnt="0"/>
      <dgm:spPr/>
    </dgm:pt>
    <dgm:pt modelId="{3354AF69-CAEB-4842-BC44-21165E007451}" type="pres">
      <dgm:prSet presAssocID="{7B1CD8E0-F714-40D4-9C25-538AC705E0AF}" presName="composite" presStyleCnt="0"/>
      <dgm:spPr/>
    </dgm:pt>
    <dgm:pt modelId="{BCE5FC9D-E2E6-4F8F-9E48-807ED0213AF6}" type="pres">
      <dgm:prSet presAssocID="{7B1CD8E0-F714-40D4-9C25-538AC705E0AF}" presName="imgShp" presStyleLbl="fgImgPlace1" presStyleIdx="3" presStyleCnt="5"/>
      <dgm:spPr/>
    </dgm:pt>
    <dgm:pt modelId="{45433795-9CD4-4C22-8FC1-5366DDCAAF64}" type="pres">
      <dgm:prSet presAssocID="{7B1CD8E0-F714-40D4-9C25-538AC705E0AF}" presName="txShp" presStyleLbl="node1" presStyleIdx="3" presStyleCnt="5">
        <dgm:presLayoutVars>
          <dgm:bulletEnabled val="1"/>
        </dgm:presLayoutVars>
      </dgm:prSet>
      <dgm:spPr/>
    </dgm:pt>
    <dgm:pt modelId="{70F18CA4-3537-4B13-B297-BC342DE984EF}" type="pres">
      <dgm:prSet presAssocID="{85ECEF02-BC36-4D03-84F9-BCA553DF7FA6}" presName="spacing" presStyleCnt="0"/>
      <dgm:spPr/>
    </dgm:pt>
    <dgm:pt modelId="{B08016A4-1F53-4A8D-A687-869508208426}" type="pres">
      <dgm:prSet presAssocID="{B85E82D8-C4AB-4D7B-9D74-C9E30A45747A}" presName="composite" presStyleCnt="0"/>
      <dgm:spPr/>
    </dgm:pt>
    <dgm:pt modelId="{4DF7A27F-8A50-4533-8EA3-483B34A434A4}" type="pres">
      <dgm:prSet presAssocID="{B85E82D8-C4AB-4D7B-9D74-C9E30A45747A}" presName="imgShp" presStyleLbl="fgImgPlace1" presStyleIdx="4" presStyleCnt="5"/>
      <dgm:spPr/>
    </dgm:pt>
    <dgm:pt modelId="{6B5B3823-2126-4A4C-9A8E-072FBFB9E0D7}" type="pres">
      <dgm:prSet presAssocID="{B85E82D8-C4AB-4D7B-9D74-C9E30A45747A}" presName="txShp" presStyleLbl="node1" presStyleIdx="4" presStyleCnt="5">
        <dgm:presLayoutVars>
          <dgm:bulletEnabled val="1"/>
        </dgm:presLayoutVars>
      </dgm:prSet>
      <dgm:spPr/>
    </dgm:pt>
  </dgm:ptLst>
  <dgm:cxnLst>
    <dgm:cxn modelId="{497A9906-FE80-45B2-BB76-266BE9944083}" type="presOf" srcId="{8D66E8B3-C9A0-4CCC-9A7B-33EC8BCF084C}" destId="{606C73B3-7044-46DA-AB59-B911F90A9042}" srcOrd="0" destOrd="0" presId="urn:microsoft.com/office/officeart/2005/8/layout/vList3"/>
    <dgm:cxn modelId="{D5878810-A0F2-4EEA-8B51-D6B5760F91AA}" type="presOf" srcId="{596D7C55-A8E7-4DFB-BEAC-534E5DFF6FBC}" destId="{BEC8ACB1-7587-4D79-B756-A907E5AD7AC5}" srcOrd="0" destOrd="0" presId="urn:microsoft.com/office/officeart/2005/8/layout/vList3"/>
    <dgm:cxn modelId="{B67E0961-57F9-4A08-9750-D3423405E827}" srcId="{B75095A1-442E-4D18-A6C1-2A9C730113B5}" destId="{C2AF979C-0CD4-4AED-901E-A0C2EAFD43FE}" srcOrd="2" destOrd="0" parTransId="{9927C8AA-7FB1-403F-AF34-EF78D1DA65BA}" sibTransId="{EA65F67A-4317-44E9-B674-A82213FEC3FF}"/>
    <dgm:cxn modelId="{9ACB6374-A8F1-43E5-910C-BB465CDF82EA}" type="presOf" srcId="{B75095A1-442E-4D18-A6C1-2A9C730113B5}" destId="{20AC4E3F-2F49-41EA-A5B8-4AD013BD30B4}" srcOrd="0" destOrd="0" presId="urn:microsoft.com/office/officeart/2005/8/layout/vList3"/>
    <dgm:cxn modelId="{E1FB6555-DBA8-4836-BE23-6D9463E84F6C}" srcId="{B75095A1-442E-4D18-A6C1-2A9C730113B5}" destId="{596D7C55-A8E7-4DFB-BEAC-534E5DFF6FBC}" srcOrd="0" destOrd="0" parTransId="{2A831C1C-B32B-47BA-B375-FB4885CE35AB}" sibTransId="{BF221CBF-D04A-41A3-9DF9-4A344334984A}"/>
    <dgm:cxn modelId="{C8019F86-DDF7-43C8-8E49-234241881A9A}" type="presOf" srcId="{B85E82D8-C4AB-4D7B-9D74-C9E30A45747A}" destId="{6B5B3823-2126-4A4C-9A8E-072FBFB9E0D7}" srcOrd="0" destOrd="0" presId="urn:microsoft.com/office/officeart/2005/8/layout/vList3"/>
    <dgm:cxn modelId="{0B20E38C-CB42-4941-838C-6F2EFE2875F1}" srcId="{B75095A1-442E-4D18-A6C1-2A9C730113B5}" destId="{7B1CD8E0-F714-40D4-9C25-538AC705E0AF}" srcOrd="3" destOrd="0" parTransId="{FFDF3966-025F-46FD-8AC9-281EF7E595E4}" sibTransId="{85ECEF02-BC36-4D03-84F9-BCA553DF7FA6}"/>
    <dgm:cxn modelId="{D24E4098-9EC8-4615-8C13-A9DAA67F2B6A}" type="presOf" srcId="{7B1CD8E0-F714-40D4-9C25-538AC705E0AF}" destId="{45433795-9CD4-4C22-8FC1-5366DDCAAF64}" srcOrd="0" destOrd="0" presId="urn:microsoft.com/office/officeart/2005/8/layout/vList3"/>
    <dgm:cxn modelId="{6221C8A4-6046-46D6-AC6C-0B7315C47590}" srcId="{B75095A1-442E-4D18-A6C1-2A9C730113B5}" destId="{B85E82D8-C4AB-4D7B-9D74-C9E30A45747A}" srcOrd="4" destOrd="0" parTransId="{469F127B-C967-4891-AA0A-D1B853EF6C98}" sibTransId="{BD3E9DCF-5E97-4D0D-95D8-42EADA4D201E}"/>
    <dgm:cxn modelId="{8BB075D2-D8D4-4BCD-BA60-8DF0E06CE520}" type="presOf" srcId="{C2AF979C-0CD4-4AED-901E-A0C2EAFD43FE}" destId="{3B298BD1-3E5F-41D2-96C9-3CA2FCB69790}" srcOrd="0" destOrd="0" presId="urn:microsoft.com/office/officeart/2005/8/layout/vList3"/>
    <dgm:cxn modelId="{56513ED7-0EDC-4CE8-8652-1B1BBCDC1C14}" srcId="{B75095A1-442E-4D18-A6C1-2A9C730113B5}" destId="{8D66E8B3-C9A0-4CCC-9A7B-33EC8BCF084C}" srcOrd="1" destOrd="0" parTransId="{EB26843B-EC7C-4BB0-9571-BD36227BC163}" sibTransId="{98CFDADF-57E8-4BDB-99EF-3B4F5FA2CCD1}"/>
    <dgm:cxn modelId="{2D0B8F99-2DCA-49FE-B4AA-118E09E21362}" type="presParOf" srcId="{20AC4E3F-2F49-41EA-A5B8-4AD013BD30B4}" destId="{DA0709C3-2202-482A-B8EC-3B76824D7C7F}" srcOrd="0" destOrd="0" presId="urn:microsoft.com/office/officeart/2005/8/layout/vList3"/>
    <dgm:cxn modelId="{7D30D913-A530-4473-9CCB-69C1708B2EBB}" type="presParOf" srcId="{DA0709C3-2202-482A-B8EC-3B76824D7C7F}" destId="{C2916C86-4EE9-4293-A612-5BEF57F6D19A}" srcOrd="0" destOrd="0" presId="urn:microsoft.com/office/officeart/2005/8/layout/vList3"/>
    <dgm:cxn modelId="{DF00A195-2CA4-4242-A26B-B24D88709D5C}" type="presParOf" srcId="{DA0709C3-2202-482A-B8EC-3B76824D7C7F}" destId="{BEC8ACB1-7587-4D79-B756-A907E5AD7AC5}" srcOrd="1" destOrd="0" presId="urn:microsoft.com/office/officeart/2005/8/layout/vList3"/>
    <dgm:cxn modelId="{3AF9A980-08DB-4DF0-BC8D-5410AE3CE80D}" type="presParOf" srcId="{20AC4E3F-2F49-41EA-A5B8-4AD013BD30B4}" destId="{BF3B6E92-A109-4E1D-8102-2C3500F4501A}" srcOrd="1" destOrd="0" presId="urn:microsoft.com/office/officeart/2005/8/layout/vList3"/>
    <dgm:cxn modelId="{B57129D5-84F8-47D4-BFC8-23052EF465B2}" type="presParOf" srcId="{20AC4E3F-2F49-41EA-A5B8-4AD013BD30B4}" destId="{A262DADF-F306-41FD-AC84-43B5E068807F}" srcOrd="2" destOrd="0" presId="urn:microsoft.com/office/officeart/2005/8/layout/vList3"/>
    <dgm:cxn modelId="{93BF17C4-641E-4A42-8728-177F7D907DF5}" type="presParOf" srcId="{A262DADF-F306-41FD-AC84-43B5E068807F}" destId="{8D3723DA-AB1E-4758-B88C-0F2EB5370C3F}" srcOrd="0" destOrd="0" presId="urn:microsoft.com/office/officeart/2005/8/layout/vList3"/>
    <dgm:cxn modelId="{48C5817A-44B0-4317-98C4-EFE979511679}" type="presParOf" srcId="{A262DADF-F306-41FD-AC84-43B5E068807F}" destId="{606C73B3-7044-46DA-AB59-B911F90A9042}" srcOrd="1" destOrd="0" presId="urn:microsoft.com/office/officeart/2005/8/layout/vList3"/>
    <dgm:cxn modelId="{A2C392D0-F03A-4D05-BF7B-869357C351E9}" type="presParOf" srcId="{20AC4E3F-2F49-41EA-A5B8-4AD013BD30B4}" destId="{4EBE2FEF-F34C-4835-868E-F524E42D6A78}" srcOrd="3" destOrd="0" presId="urn:microsoft.com/office/officeart/2005/8/layout/vList3"/>
    <dgm:cxn modelId="{F59CD8E9-6ED8-43CA-A4A3-9069502EB17C}" type="presParOf" srcId="{20AC4E3F-2F49-41EA-A5B8-4AD013BD30B4}" destId="{98CA1840-84E9-45BF-9A23-E411A4D969F1}" srcOrd="4" destOrd="0" presId="urn:microsoft.com/office/officeart/2005/8/layout/vList3"/>
    <dgm:cxn modelId="{74CEDE76-9936-4FD4-B6D7-25C7ADF5939C}" type="presParOf" srcId="{98CA1840-84E9-45BF-9A23-E411A4D969F1}" destId="{07539615-64E5-4818-BF63-96C604A58A96}" srcOrd="0" destOrd="0" presId="urn:microsoft.com/office/officeart/2005/8/layout/vList3"/>
    <dgm:cxn modelId="{349A1315-B4BE-42DA-8213-BD202133384D}" type="presParOf" srcId="{98CA1840-84E9-45BF-9A23-E411A4D969F1}" destId="{3B298BD1-3E5F-41D2-96C9-3CA2FCB69790}" srcOrd="1" destOrd="0" presId="urn:microsoft.com/office/officeart/2005/8/layout/vList3"/>
    <dgm:cxn modelId="{74196E5D-D1D7-40B7-B59A-16E46BE62202}" type="presParOf" srcId="{20AC4E3F-2F49-41EA-A5B8-4AD013BD30B4}" destId="{8D64CD77-0E39-408D-A9A5-5D2AB55A78F3}" srcOrd="5" destOrd="0" presId="urn:microsoft.com/office/officeart/2005/8/layout/vList3"/>
    <dgm:cxn modelId="{3EFF68EC-EE6C-4711-B8B3-AC69EEA9AD4F}" type="presParOf" srcId="{20AC4E3F-2F49-41EA-A5B8-4AD013BD30B4}" destId="{3354AF69-CAEB-4842-BC44-21165E007451}" srcOrd="6" destOrd="0" presId="urn:microsoft.com/office/officeart/2005/8/layout/vList3"/>
    <dgm:cxn modelId="{D38E4501-F06A-4C66-9775-23C4E935ADF5}" type="presParOf" srcId="{3354AF69-CAEB-4842-BC44-21165E007451}" destId="{BCE5FC9D-E2E6-4F8F-9E48-807ED0213AF6}" srcOrd="0" destOrd="0" presId="urn:microsoft.com/office/officeart/2005/8/layout/vList3"/>
    <dgm:cxn modelId="{4157A65D-B2DD-4128-B212-B82E77F2E671}" type="presParOf" srcId="{3354AF69-CAEB-4842-BC44-21165E007451}" destId="{45433795-9CD4-4C22-8FC1-5366DDCAAF64}" srcOrd="1" destOrd="0" presId="urn:microsoft.com/office/officeart/2005/8/layout/vList3"/>
    <dgm:cxn modelId="{F96D89DA-29F9-4A79-A87D-0483920BFD3F}" type="presParOf" srcId="{20AC4E3F-2F49-41EA-A5B8-4AD013BD30B4}" destId="{70F18CA4-3537-4B13-B297-BC342DE984EF}" srcOrd="7" destOrd="0" presId="urn:microsoft.com/office/officeart/2005/8/layout/vList3"/>
    <dgm:cxn modelId="{4C616BAE-FC91-4D96-A021-96B8768E71C3}" type="presParOf" srcId="{20AC4E3F-2F49-41EA-A5B8-4AD013BD30B4}" destId="{B08016A4-1F53-4A8D-A687-869508208426}" srcOrd="8" destOrd="0" presId="urn:microsoft.com/office/officeart/2005/8/layout/vList3"/>
    <dgm:cxn modelId="{ACA11E6D-5EB4-490F-84BA-2519C08B3139}" type="presParOf" srcId="{B08016A4-1F53-4A8D-A687-869508208426}" destId="{4DF7A27F-8A50-4533-8EA3-483B34A434A4}" srcOrd="0" destOrd="0" presId="urn:microsoft.com/office/officeart/2005/8/layout/vList3"/>
    <dgm:cxn modelId="{D51C5252-A8A0-40D7-8F8E-563C39D601A0}" type="presParOf" srcId="{B08016A4-1F53-4A8D-A687-869508208426}" destId="{6B5B3823-2126-4A4C-9A8E-072FBFB9E0D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8ACB1-7587-4D79-B756-A907E5AD7AC5}">
      <dsp:nvSpPr>
        <dsp:cNvPr id="0" name=""/>
        <dsp:cNvSpPr/>
      </dsp:nvSpPr>
      <dsp:spPr>
        <a:xfrm rot="10800000">
          <a:off x="1943691" y="2402"/>
          <a:ext cx="6992874" cy="729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607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Phase 1:</a:t>
          </a:r>
          <a:r>
            <a:rPr lang="en-US" sz="1500" b="0" i="0" kern="1200"/>
            <a:t> Requirement analysis &amp; system design</a:t>
          </a:r>
          <a:br>
            <a:rPr lang="en-US" sz="1500" b="0" i="0" kern="1200"/>
          </a:br>
          <a:endParaRPr lang="en-US" sz="1500" kern="1200"/>
        </a:p>
      </dsp:txBody>
      <dsp:txXfrm rot="10800000">
        <a:off x="2126019" y="2402"/>
        <a:ext cx="6810546" cy="729314"/>
      </dsp:txXfrm>
    </dsp:sp>
    <dsp:sp modelId="{C2916C86-4EE9-4293-A612-5BEF57F6D19A}">
      <dsp:nvSpPr>
        <dsp:cNvPr id="0" name=""/>
        <dsp:cNvSpPr/>
      </dsp:nvSpPr>
      <dsp:spPr>
        <a:xfrm>
          <a:off x="1579034" y="2402"/>
          <a:ext cx="729314" cy="7293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C73B3-7044-46DA-AB59-B911F90A9042}">
      <dsp:nvSpPr>
        <dsp:cNvPr id="0" name=""/>
        <dsp:cNvSpPr/>
      </dsp:nvSpPr>
      <dsp:spPr>
        <a:xfrm rot="10800000">
          <a:off x="1943691" y="949422"/>
          <a:ext cx="6992874" cy="729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607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Phase 2:</a:t>
          </a:r>
          <a:r>
            <a:rPr lang="en-US" sz="1500" b="0" i="0" kern="1200"/>
            <a:t> Front-end development with HTML5, CSS3, JavaScript, Bootstrap</a:t>
          </a:r>
          <a:br>
            <a:rPr lang="en-US" sz="1500" b="0" i="0" kern="1200"/>
          </a:br>
          <a:endParaRPr lang="en-US" sz="1500" kern="1200"/>
        </a:p>
      </dsp:txBody>
      <dsp:txXfrm rot="10800000">
        <a:off x="2126019" y="949422"/>
        <a:ext cx="6810546" cy="729314"/>
      </dsp:txXfrm>
    </dsp:sp>
    <dsp:sp modelId="{8D3723DA-AB1E-4758-B88C-0F2EB5370C3F}">
      <dsp:nvSpPr>
        <dsp:cNvPr id="0" name=""/>
        <dsp:cNvSpPr/>
      </dsp:nvSpPr>
      <dsp:spPr>
        <a:xfrm>
          <a:off x="1579034" y="949422"/>
          <a:ext cx="729314" cy="7293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98BD1-3E5F-41D2-96C9-3CA2FCB69790}">
      <dsp:nvSpPr>
        <dsp:cNvPr id="0" name=""/>
        <dsp:cNvSpPr/>
      </dsp:nvSpPr>
      <dsp:spPr>
        <a:xfrm rot="10800000">
          <a:off x="1943691" y="1896442"/>
          <a:ext cx="6992874" cy="729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607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Phase 3:</a:t>
          </a:r>
          <a:r>
            <a:rPr lang="en-US" sz="1500" b="0" i="0" kern="1200"/>
            <a:t> Backend development using MongoDB, RESTful APIs, authentication</a:t>
          </a:r>
          <a:br>
            <a:rPr lang="en-US" sz="1500" b="0" i="0" kern="1200"/>
          </a:br>
          <a:endParaRPr lang="en-US" sz="1500" kern="1200"/>
        </a:p>
      </dsp:txBody>
      <dsp:txXfrm rot="10800000">
        <a:off x="2126019" y="1896442"/>
        <a:ext cx="6810546" cy="729314"/>
      </dsp:txXfrm>
    </dsp:sp>
    <dsp:sp modelId="{07539615-64E5-4818-BF63-96C604A58A96}">
      <dsp:nvSpPr>
        <dsp:cNvPr id="0" name=""/>
        <dsp:cNvSpPr/>
      </dsp:nvSpPr>
      <dsp:spPr>
        <a:xfrm>
          <a:off x="1579034" y="1896442"/>
          <a:ext cx="729314" cy="7293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33795-9CD4-4C22-8FC1-5366DDCAAF64}">
      <dsp:nvSpPr>
        <dsp:cNvPr id="0" name=""/>
        <dsp:cNvSpPr/>
      </dsp:nvSpPr>
      <dsp:spPr>
        <a:xfrm rot="10800000">
          <a:off x="1943691" y="2843462"/>
          <a:ext cx="6992874" cy="729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607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Phase 4:</a:t>
          </a:r>
          <a:r>
            <a:rPr lang="en-US" sz="1500" b="0" i="0" kern="1200"/>
            <a:t> AI chatbot integration with NLP and recommendation algorithms</a:t>
          </a:r>
          <a:br>
            <a:rPr lang="en-US" sz="1500" b="0" i="0" kern="1200"/>
          </a:br>
          <a:endParaRPr lang="en-US" sz="1500" kern="1200"/>
        </a:p>
      </dsp:txBody>
      <dsp:txXfrm rot="10800000">
        <a:off x="2126019" y="2843462"/>
        <a:ext cx="6810546" cy="729314"/>
      </dsp:txXfrm>
    </dsp:sp>
    <dsp:sp modelId="{BCE5FC9D-E2E6-4F8F-9E48-807ED0213AF6}">
      <dsp:nvSpPr>
        <dsp:cNvPr id="0" name=""/>
        <dsp:cNvSpPr/>
      </dsp:nvSpPr>
      <dsp:spPr>
        <a:xfrm>
          <a:off x="1579034" y="2843462"/>
          <a:ext cx="729314" cy="7293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B3823-2126-4A4C-9A8E-072FBFB9E0D7}">
      <dsp:nvSpPr>
        <dsp:cNvPr id="0" name=""/>
        <dsp:cNvSpPr/>
      </dsp:nvSpPr>
      <dsp:spPr>
        <a:xfrm rot="10800000">
          <a:off x="1943691" y="3790483"/>
          <a:ext cx="6992874" cy="7293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1607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Phase 5:</a:t>
          </a:r>
          <a:r>
            <a:rPr lang="en-US" sz="1500" b="0" i="0" kern="1200"/>
            <a:t> Testing, deployment, and maintenance</a:t>
          </a:r>
          <a:endParaRPr lang="en-US" sz="1500" kern="1200"/>
        </a:p>
      </dsp:txBody>
      <dsp:txXfrm rot="10800000">
        <a:off x="2126019" y="3790483"/>
        <a:ext cx="6810546" cy="729314"/>
      </dsp:txXfrm>
    </dsp:sp>
    <dsp:sp modelId="{4DF7A27F-8A50-4533-8EA3-483B34A434A4}">
      <dsp:nvSpPr>
        <dsp:cNvPr id="0" name=""/>
        <dsp:cNvSpPr/>
      </dsp:nvSpPr>
      <dsp:spPr>
        <a:xfrm>
          <a:off x="1579034" y="3790483"/>
          <a:ext cx="729314" cy="7293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266700" y="5905455"/>
            <a:ext cx="11725274" cy="97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>
                <a:latin typeface="Calibri"/>
                <a:ea typeface="Calibri"/>
                <a:cs typeface="Calibri"/>
                <a:sym typeface="Calibri"/>
              </a:rPr>
              <a:t>BUDDHA INSTITUTE OF TECHNOLOGY</a:t>
            </a:r>
            <a:br>
              <a:rPr lang="en-US" sz="3600" b="1"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GIDA , GORAKHPUR</a:t>
            </a:r>
            <a:endParaRPr sz="3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0" y="952550"/>
            <a:ext cx="124017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A Mini Project Presentation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850" b="1" dirty="0">
                <a:latin typeface="Roboto"/>
                <a:ea typeface="Roboto"/>
                <a:cs typeface="Roboto"/>
                <a:sym typeface="Roboto"/>
              </a:rPr>
              <a:t>                                      Smart-Zaika</a:t>
            </a:r>
            <a:endParaRPr sz="385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IN"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IN" sz="32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58925" y="3608325"/>
            <a:ext cx="58323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Hemant Singh (2305250100025)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Musahid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Ansari (2305250100033)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Ajahar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Husain (2305250100003)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Sandeep  Chaurasiya(2305250100053)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916693" y="3783345"/>
            <a:ext cx="4008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Amit Sharma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Department </a:t>
            </a:r>
            <a:endParaRPr dirty="0"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750" y="581025"/>
            <a:ext cx="135255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1686560" y="772160"/>
            <a:ext cx="4572000" cy="92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LIST OF CONTENT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1336040" y="1932305"/>
            <a:ext cx="475996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ntroduction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 and discussion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Scope for future work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51435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2194560" y="681037"/>
            <a:ext cx="3901440" cy="90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            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838200" y="1752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Smart-Zaika: An AI-powered food recipe generator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Combines modern web technologies with artificial intelligence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AI chatbot assistant for personalized recipe recommendations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Provides an interactive and user-friendly culinary experience</a:t>
            </a: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            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838200" y="1906800"/>
            <a:ext cx="10515600" cy="4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Existing recipe platforms rely on traditional search and lack conversational AI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AI integration enhances personalization and user engagement in food-tech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MongoDB outperforms relational databases in handling unstructured recipe data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Conversational AI reduces recipe search time and increases retention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RESTful APIs ensure scalability and maintainability of applications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METHODOLOGY</a:t>
            </a:r>
            <a:endParaRPr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79D2BE2-F951-8F3B-9904-E186CCE82485}"/>
              </a:ext>
            </a:extLst>
          </p:cNvPr>
          <p:cNvGraphicFramePr/>
          <p:nvPr/>
        </p:nvGraphicFramePr>
        <p:xfrm>
          <a:off x="1103376" y="1440561"/>
          <a:ext cx="10515600" cy="452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   RESULT AND DISCUSSION </a:t>
            </a:r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Prototype demonstrates effective AI-driven recipe recommendations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Chatbot accurately interprets user queries for ingredient-based searches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 reduces decision fatigue and enhances usability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Positive feedback on responsive design across devices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Results confirm technical feasibility and scalability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CONCLUSION</a:t>
            </a:r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838200" y="1904999"/>
            <a:ext cx="10515600" cy="427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Smart-Zaika integrates AI with recipe management successfully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Provides personalized, efficient, and user-friendly culinary assistance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Demonstrates strong potential to transform digital food management platforms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SCOPE FOR FUTURE WORK</a:t>
            </a:r>
            <a:endParaRPr dirty="0"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838200" y="2105025"/>
            <a:ext cx="10515600" cy="407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Voice-enabled search for hands-free interaction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Expansion of recipe database with diverse global cuisines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Advanced nutritional analysis and personalized diet planning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Mobile application development for wider accessibility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Collaborations with food brands and e-commerce platforms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00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REFERENCES</a:t>
            </a:r>
            <a:endParaRPr dirty="0"/>
          </a:p>
        </p:txBody>
      </p:sp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Smith et al. (2023) – AI in Culinary Applications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Johnson (2024) – NoSQL Database Performance in Recipe Systems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Patel &amp; Kumar (2023) – Conversational AI for User Experience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Williams (2024) – RESTful API Design for Scalable Applications</a:t>
            </a: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Chen &amp; Lee (2023) – ML Approaches for Personalized Recipe Recommendations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lang="en-US" sz="8000" b="1" dirty="0"/>
              <a:t>        THANK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lang="en-US" sz="8000" b="1" dirty="0"/>
              <a:t>                    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393</Words>
  <Application>Microsoft Office PowerPoint</Application>
  <PresentationFormat>Widescreen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Times New Roman</vt:lpstr>
      <vt:lpstr>Arial</vt:lpstr>
      <vt:lpstr>Roboto</vt:lpstr>
      <vt:lpstr>Office Theme</vt:lpstr>
      <vt:lpstr>BUDDHA INSTITUTE OF TECHNOLOGY GIDA , GORAKHPUR</vt:lpstr>
      <vt:lpstr>LIST OF CONTENT</vt:lpstr>
      <vt:lpstr>             INTRODUCTION</vt:lpstr>
      <vt:lpstr>                   LITERATURE REVIEW</vt:lpstr>
      <vt:lpstr>                   METHODOLOGY</vt:lpstr>
      <vt:lpstr>           RESULT AND DISCUSSION </vt:lpstr>
      <vt:lpstr>                            CONCLUSION</vt:lpstr>
      <vt:lpstr>               SCOPE FOR FUTURE WORK</vt:lpstr>
      <vt:lpstr>                         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Hemant Singh</cp:lastModifiedBy>
  <cp:revision>4</cp:revision>
  <dcterms:modified xsi:type="dcterms:W3CDTF">2025-12-08T20:18:24Z</dcterms:modified>
</cp:coreProperties>
</file>